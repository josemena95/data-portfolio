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6" r:id="rId1"/>
  </p:sldMasterIdLst>
  <p:sldIdLst>
    <p:sldId id="256" r:id="rId2"/>
    <p:sldId id="258" r:id="rId3"/>
    <p:sldId id="259" r:id="rId4"/>
    <p:sldId id="257" r:id="rId5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EDEA"/>
    <a:srgbClr val="B3F2CF"/>
    <a:srgbClr val="05A688"/>
    <a:srgbClr val="55D9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61418C-6CAF-45B7-8DF9-373F68E28E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391ADBF-F69E-4994-BB71-C08CB08A17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41FF95B-E934-4130-94D9-E633CC681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5F68D-EEE8-4542-8F5F-A9F3302E3C06}" type="datetimeFigureOut">
              <a:rPr lang="es-CO" smtClean="0"/>
              <a:t>1/05/2026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3D0840C-3D1E-4A27-9925-3F02F820A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1F1C32E-6569-4DAA-8F91-209FF0B27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15587-3BF4-4FDF-B6ED-B8E3B4DE8E9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4873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B105BD-0034-4ADF-BB94-5FD420FCD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AB3C4A1-36AB-4BCD-BAC1-0CBC515441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09BEFC-A8A8-4C2A-BC16-8BA693F67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5F68D-EEE8-4542-8F5F-A9F3302E3C06}" type="datetimeFigureOut">
              <a:rPr lang="es-CO" smtClean="0"/>
              <a:t>1/05/2026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035039B-8208-4E64-91A8-09F9E1A61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D796CA0-63D8-4B2D-ABE2-2C2E0E83E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15587-3BF4-4FDF-B6ED-B8E3B4DE8E9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16824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C1DFC6-15B2-4FA1-92BE-6335E5FA2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E9A16BC-3CE6-49BE-A758-57167DC4FE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A6BC3EB-D341-43A4-9646-8B7D799CB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5F68D-EEE8-4542-8F5F-A9F3302E3C06}" type="datetimeFigureOut">
              <a:rPr lang="es-CO" smtClean="0"/>
              <a:t>1/05/2026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ADCE175-E70D-42A8-98B5-371987BAE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0670A94-4723-40BA-9628-E6CD6FDA4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15587-3BF4-4FDF-B6ED-B8E3B4DE8E9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02848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7AFC5A-9405-4E49-BE0E-B602BF6E3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3D8F54F-F1FD-493C-9EFC-10BC480340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F5C56CA-D7A8-45F6-843F-14415577BB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41D8ECD-AC78-448B-9542-8A2C1AA73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5F68D-EEE8-4542-8F5F-A9F3302E3C06}" type="datetimeFigureOut">
              <a:rPr lang="es-CO" smtClean="0"/>
              <a:t>1/05/2026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5F41959-8338-4ED4-AAA1-436D5E221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BD3461B-48E9-44EA-9E27-E2FE172B6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15587-3BF4-4FDF-B6ED-B8E3B4DE8E9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46961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BAE530-17A1-4DB9-B54F-1FFA6BBCE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80F834F-A248-4814-9B21-622A3DD3BF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DCB8FC5-2A92-4202-9141-CA3DB5F3E0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EEB1483-FA88-4CF1-B766-B4D8ECD706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CDA5EB8-F68A-4F7F-A184-7622AF7AEC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ACAE5F9-ED87-4179-8A08-B988C43FE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5F68D-EEE8-4542-8F5F-A9F3302E3C06}" type="datetimeFigureOut">
              <a:rPr lang="es-CO" smtClean="0"/>
              <a:t>1/05/2026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BAAA362-C2AA-43A9-8188-D8E093BE1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41D8F9F-5814-4E5D-8E74-099F57FE7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15587-3BF4-4FDF-B6ED-B8E3B4DE8E9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18380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51B5B5-3D05-46E9-AD1A-04FF0FBFF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861DDDB-BFAD-4E32-839C-FC6A326D8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5F68D-EEE8-4542-8F5F-A9F3302E3C06}" type="datetimeFigureOut">
              <a:rPr lang="es-CO" smtClean="0"/>
              <a:t>1/05/2026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DA0281A-4F19-4273-9B1D-34F1540AA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2C626AF-C92E-44DA-A3CC-232E1C233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15587-3BF4-4FDF-B6ED-B8E3B4DE8E9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13148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85D393C-B44C-4B4A-A1FE-A2184AA08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5F68D-EEE8-4542-8F5F-A9F3302E3C06}" type="datetimeFigureOut">
              <a:rPr lang="es-CO" smtClean="0"/>
              <a:t>1/05/2026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A1B8D9D-BC03-41B7-80D6-214600F2B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061C740-0677-46CD-A0AE-D9EAEDF78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15587-3BF4-4FDF-B6ED-B8E3B4DE8E9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04624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F357A6-183D-4657-8867-FA6E3B5ED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C4F7D7-9EA2-401C-82EC-0B80EFB4D8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B6EF8C6-EC58-46F0-88FF-5BADE83E17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D4788BD-3045-447B-BADB-DE360153D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5F68D-EEE8-4542-8F5F-A9F3302E3C06}" type="datetimeFigureOut">
              <a:rPr lang="es-CO" smtClean="0"/>
              <a:t>1/05/2026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5AC247B-8FC8-45EF-983C-6FE3FD7FE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EA37180-1FD5-4144-B647-E506BAB7E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15587-3BF4-4FDF-B6ED-B8E3B4DE8E9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10352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CC21E5-C37D-4ED7-9F36-810719CAE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68E0821-A48C-4331-BB41-8B469322E7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F17F166-819F-4453-812A-877BE65064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600F900-E470-4415-BDA8-20DB60DCE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5F68D-EEE8-4542-8F5F-A9F3302E3C06}" type="datetimeFigureOut">
              <a:rPr lang="es-CO" smtClean="0"/>
              <a:t>1/05/2026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745A3D1-CD9A-454C-AC64-C013644BA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3287CEB-62F4-4AC5-A1D8-1D9A34397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15587-3BF4-4FDF-B6ED-B8E3B4DE8E9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457464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3BA959-407B-4E4B-86B5-4E63454F7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A2F5302-544B-43A9-9235-77C37D5CDC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D8F7129-EE24-4D53-8FD9-FBF1FBA2E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5F68D-EEE8-4542-8F5F-A9F3302E3C06}" type="datetimeFigureOut">
              <a:rPr lang="es-CO" smtClean="0"/>
              <a:t>1/05/2026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8B5E0A4-C6A2-4984-8988-08BAC500E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F499000-526B-408E-9FD1-0F3A64C3B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15587-3BF4-4FDF-B6ED-B8E3B4DE8E9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41522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336CACA-E6BD-4F6D-9BF6-F2A72F861A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3A65FB1-5644-4656-957C-67AA9F5FF8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F6D6918-F089-4BD6-BCC4-68C32140A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5F68D-EEE8-4542-8F5F-A9F3302E3C06}" type="datetimeFigureOut">
              <a:rPr lang="es-CO" smtClean="0"/>
              <a:t>1/05/2026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06878B4-9450-4CB3-A4BB-964D90787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39836BB-3A14-4C43-A202-0CCD26829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15587-3BF4-4FDF-B6ED-B8E3B4DE8E9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71670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B999A2-7348-4A2B-A75B-F54D2DC24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6D4D952-A099-4D10-93DE-E1434E3F94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7347EE2-CF25-482C-A190-D8B4EA22D9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95F68D-EEE8-4542-8F5F-A9F3302E3C06}" type="datetimeFigureOut">
              <a:rPr lang="es-CO" smtClean="0"/>
              <a:t>1/05/2026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490791E-0C02-4A81-82C5-69E4743762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C3B7C8B-98DE-4ED0-BFD4-7EDBC05406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315587-3BF4-4FDF-B6ED-B8E3B4DE8E9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87352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EEDEA"/>
            </a:gs>
            <a:gs pos="100000">
              <a:schemeClr val="bg1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45622459-6DA7-421B-95B8-2E547302563B}"/>
              </a:ext>
            </a:extLst>
          </p:cNvPr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EEDEA"/>
              </a:gs>
              <a:gs pos="50000">
                <a:srgbClr val="DEEDEA">
                  <a:shade val="67500"/>
                  <a:satMod val="115000"/>
                </a:srgbClr>
              </a:gs>
              <a:gs pos="100000">
                <a:srgbClr val="DEEDEA">
                  <a:shade val="100000"/>
                  <a:satMod val="115000"/>
                </a:srgbClr>
              </a:gs>
            </a:gsLst>
            <a:lin ang="5400000" scaled="1"/>
          </a:gradFill>
          <a:ln>
            <a:noFill/>
          </a:ln>
          <a:effectLst>
            <a:glow>
              <a:schemeClr val="bg1">
                <a:lumMod val="95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0"/>
          </a:effectLst>
          <a:scene3d>
            <a:camera prst="orthographicFront"/>
            <a:lightRig rig="threePt" dir="t">
              <a:rot lat="0" lon="0" rev="0"/>
            </a:lightRig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s-CO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F9B2D4D-1EF8-4023-AB76-A458E45D0C98}"/>
              </a:ext>
            </a:extLst>
          </p:cNvPr>
          <p:cNvSpPr/>
          <p:nvPr/>
        </p:nvSpPr>
        <p:spPr>
          <a:xfrm>
            <a:off x="92367" y="96982"/>
            <a:ext cx="2411838" cy="4895271"/>
          </a:xfrm>
          <a:prstGeom prst="rect">
            <a:avLst/>
          </a:prstGeom>
          <a:gradFill flip="none" rotWithShape="1">
            <a:gsLst>
              <a:gs pos="0">
                <a:srgbClr val="05A688"/>
              </a:gs>
              <a:gs pos="100000">
                <a:srgbClr val="55D98E"/>
              </a:gs>
            </a:gsLst>
            <a:path path="circle">
              <a:fillToRect l="100000" t="100000"/>
            </a:path>
            <a:tileRect r="-100000" b="-100000"/>
          </a:gradFill>
          <a:effectLst>
            <a:glow>
              <a:schemeClr val="tx1"/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499FF4C-0AC4-47CD-A58B-26FBE167A464}"/>
              </a:ext>
            </a:extLst>
          </p:cNvPr>
          <p:cNvSpPr/>
          <p:nvPr/>
        </p:nvSpPr>
        <p:spPr>
          <a:xfrm>
            <a:off x="92367" y="5089235"/>
            <a:ext cx="12032002" cy="1671783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effectLst>
            <a:glow>
              <a:schemeClr val="tx1"/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7F533898-2D44-4C42-8E08-353357608E81}"/>
              </a:ext>
            </a:extLst>
          </p:cNvPr>
          <p:cNvSpPr/>
          <p:nvPr/>
        </p:nvSpPr>
        <p:spPr>
          <a:xfrm>
            <a:off x="2599511" y="96982"/>
            <a:ext cx="2261624" cy="839355"/>
          </a:xfrm>
          <a:prstGeom prst="roundRect">
            <a:avLst/>
          </a:prstGeom>
          <a:gradFill>
            <a:gsLst>
              <a:gs pos="0">
                <a:srgbClr val="05A688"/>
              </a:gs>
              <a:gs pos="100000">
                <a:srgbClr val="55D98E"/>
              </a:gs>
            </a:gsLst>
            <a:path path="circle">
              <a:fillToRect l="100000" t="100000"/>
            </a:path>
          </a:gradFill>
          <a:effectLst>
            <a:glow>
              <a:schemeClr val="tx1"/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1DCB261B-A688-4E0E-97C3-322D2EAA385F}"/>
              </a:ext>
            </a:extLst>
          </p:cNvPr>
          <p:cNvSpPr/>
          <p:nvPr/>
        </p:nvSpPr>
        <p:spPr>
          <a:xfrm>
            <a:off x="4959267" y="114878"/>
            <a:ext cx="2325547" cy="821459"/>
          </a:xfrm>
          <a:prstGeom prst="roundRect">
            <a:avLst/>
          </a:prstGeom>
          <a:gradFill flip="none" rotWithShape="1">
            <a:gsLst>
              <a:gs pos="0">
                <a:srgbClr val="05A688"/>
              </a:gs>
              <a:gs pos="100000">
                <a:srgbClr val="55D98E"/>
              </a:gs>
            </a:gsLst>
            <a:path path="circle">
              <a:fillToRect l="100000" t="100000"/>
            </a:path>
            <a:tileRect r="-100000" b="-100000"/>
          </a:gradFill>
          <a:effectLst>
            <a:glow>
              <a:schemeClr val="tx1"/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1A843941-20B3-4FD4-9F3A-34B81992BC25}"/>
              </a:ext>
            </a:extLst>
          </p:cNvPr>
          <p:cNvSpPr/>
          <p:nvPr/>
        </p:nvSpPr>
        <p:spPr>
          <a:xfrm>
            <a:off x="7384417" y="109698"/>
            <a:ext cx="2355460" cy="826640"/>
          </a:xfrm>
          <a:prstGeom prst="roundRect">
            <a:avLst/>
          </a:prstGeom>
          <a:gradFill flip="none" rotWithShape="1">
            <a:gsLst>
              <a:gs pos="0">
                <a:srgbClr val="05A688"/>
              </a:gs>
              <a:gs pos="100000">
                <a:srgbClr val="55D98E"/>
              </a:gs>
            </a:gsLst>
            <a:path path="circle">
              <a:fillToRect l="100000" t="100000"/>
            </a:path>
            <a:tileRect r="-100000" b="-100000"/>
          </a:gradFill>
          <a:effectLst>
            <a:glow>
              <a:schemeClr val="tx1"/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4281144F-206B-4793-8BE9-08A7A32748B3}"/>
              </a:ext>
            </a:extLst>
          </p:cNvPr>
          <p:cNvSpPr/>
          <p:nvPr/>
        </p:nvSpPr>
        <p:spPr>
          <a:xfrm>
            <a:off x="9838009" y="109697"/>
            <a:ext cx="2261624" cy="826640"/>
          </a:xfrm>
          <a:prstGeom prst="roundRect">
            <a:avLst/>
          </a:prstGeom>
          <a:gradFill flip="none" rotWithShape="1">
            <a:gsLst>
              <a:gs pos="0">
                <a:srgbClr val="05A688"/>
              </a:gs>
              <a:gs pos="100000">
                <a:srgbClr val="55D98E"/>
              </a:gs>
            </a:gsLst>
            <a:path path="circle">
              <a:fillToRect l="100000" t="100000"/>
            </a:path>
            <a:tileRect r="-100000" b="-100000"/>
          </a:gradFill>
          <a:effectLst>
            <a:glow>
              <a:schemeClr val="tx1"/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48E52E2E-0808-4B47-8A5E-0E62C1E48605}"/>
              </a:ext>
            </a:extLst>
          </p:cNvPr>
          <p:cNvSpPr/>
          <p:nvPr/>
        </p:nvSpPr>
        <p:spPr>
          <a:xfrm>
            <a:off x="2617296" y="1045164"/>
            <a:ext cx="4683942" cy="2697579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effectLst>
            <a:glow>
              <a:schemeClr val="tx1"/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65E0283E-E1F9-4523-BB59-168E87875336}"/>
              </a:ext>
            </a:extLst>
          </p:cNvPr>
          <p:cNvSpPr/>
          <p:nvPr/>
        </p:nvSpPr>
        <p:spPr>
          <a:xfrm>
            <a:off x="7386182" y="1033029"/>
            <a:ext cx="4720873" cy="1249799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effectLst>
            <a:glow>
              <a:schemeClr val="tx1"/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D291347E-489A-4207-AC35-E4795381D0AE}"/>
              </a:ext>
            </a:extLst>
          </p:cNvPr>
          <p:cNvSpPr/>
          <p:nvPr/>
        </p:nvSpPr>
        <p:spPr>
          <a:xfrm>
            <a:off x="7388436" y="2355273"/>
            <a:ext cx="4711197" cy="138747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effectLst>
            <a:glow>
              <a:schemeClr val="tx1"/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05CCAFCA-F185-4CBA-91AA-E074836B6040}"/>
              </a:ext>
            </a:extLst>
          </p:cNvPr>
          <p:cNvSpPr/>
          <p:nvPr/>
        </p:nvSpPr>
        <p:spPr>
          <a:xfrm>
            <a:off x="2617296" y="3802210"/>
            <a:ext cx="9482337" cy="1190044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effectLst>
            <a:glow>
              <a:schemeClr val="tx1"/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036408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EEDEA"/>
            </a:gs>
            <a:gs pos="100000">
              <a:schemeClr val="bg1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45622459-6DA7-421B-95B8-2E547302563B}"/>
              </a:ext>
            </a:extLst>
          </p:cNvPr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EEDEA"/>
              </a:gs>
              <a:gs pos="50000">
                <a:srgbClr val="DEEDEA">
                  <a:shade val="67500"/>
                  <a:satMod val="115000"/>
                </a:srgbClr>
              </a:gs>
              <a:gs pos="100000">
                <a:srgbClr val="DEEDEA">
                  <a:shade val="100000"/>
                  <a:satMod val="115000"/>
                </a:srgbClr>
              </a:gs>
            </a:gsLst>
            <a:lin ang="5400000" scaled="1"/>
          </a:gradFill>
          <a:ln>
            <a:noFill/>
          </a:ln>
          <a:effectLst>
            <a:glow>
              <a:schemeClr val="bg1">
                <a:lumMod val="95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0"/>
          </a:effectLst>
          <a:scene3d>
            <a:camera prst="orthographicFront"/>
            <a:lightRig rig="threePt" dir="t">
              <a:rot lat="0" lon="0" rev="0"/>
            </a:lightRig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s-CO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F9B2D4D-1EF8-4023-AB76-A458E45D0C98}"/>
              </a:ext>
            </a:extLst>
          </p:cNvPr>
          <p:cNvSpPr/>
          <p:nvPr/>
        </p:nvSpPr>
        <p:spPr>
          <a:xfrm>
            <a:off x="92367" y="79958"/>
            <a:ext cx="2411838" cy="4779910"/>
          </a:xfrm>
          <a:prstGeom prst="rect">
            <a:avLst/>
          </a:prstGeom>
          <a:gradFill flip="none" rotWithShape="1">
            <a:gsLst>
              <a:gs pos="0">
                <a:srgbClr val="05A688"/>
              </a:gs>
              <a:gs pos="100000">
                <a:srgbClr val="55D98E"/>
              </a:gs>
            </a:gsLst>
            <a:path path="circle">
              <a:fillToRect l="100000" t="100000"/>
            </a:path>
            <a:tileRect r="-100000" b="-100000"/>
          </a:gradFill>
          <a:effectLst>
            <a:glow>
              <a:schemeClr val="tx1"/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499FF4C-0AC4-47CD-A58B-26FBE167A464}"/>
              </a:ext>
            </a:extLst>
          </p:cNvPr>
          <p:cNvSpPr/>
          <p:nvPr/>
        </p:nvSpPr>
        <p:spPr>
          <a:xfrm>
            <a:off x="92367" y="4983243"/>
            <a:ext cx="12032002" cy="17948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effectLst>
            <a:glow>
              <a:schemeClr val="tx1"/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1A843941-20B3-4FD4-9F3A-34B81992BC25}"/>
              </a:ext>
            </a:extLst>
          </p:cNvPr>
          <p:cNvSpPr/>
          <p:nvPr/>
        </p:nvSpPr>
        <p:spPr>
          <a:xfrm>
            <a:off x="2617296" y="79957"/>
            <a:ext cx="2259226" cy="928986"/>
          </a:xfrm>
          <a:prstGeom prst="roundRect">
            <a:avLst/>
          </a:prstGeom>
          <a:gradFill flip="none" rotWithShape="1">
            <a:gsLst>
              <a:gs pos="0">
                <a:srgbClr val="05A688"/>
              </a:gs>
              <a:gs pos="100000">
                <a:srgbClr val="55D98E"/>
              </a:gs>
            </a:gsLst>
            <a:path path="circle">
              <a:fillToRect l="100000" t="100000"/>
            </a:path>
            <a:tileRect r="-100000" b="-100000"/>
          </a:gradFill>
          <a:effectLst>
            <a:glow>
              <a:schemeClr val="tx1"/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4281144F-206B-4793-8BE9-08A7A32748B3}"/>
              </a:ext>
            </a:extLst>
          </p:cNvPr>
          <p:cNvSpPr/>
          <p:nvPr/>
        </p:nvSpPr>
        <p:spPr>
          <a:xfrm>
            <a:off x="4961467" y="79957"/>
            <a:ext cx="2342023" cy="928986"/>
          </a:xfrm>
          <a:prstGeom prst="roundRect">
            <a:avLst/>
          </a:prstGeom>
          <a:gradFill flip="none" rotWithShape="1">
            <a:gsLst>
              <a:gs pos="0">
                <a:srgbClr val="05A688"/>
              </a:gs>
              <a:gs pos="100000">
                <a:srgbClr val="55D98E"/>
              </a:gs>
            </a:gsLst>
            <a:path path="circle">
              <a:fillToRect l="100000" t="100000"/>
            </a:path>
            <a:tileRect r="-100000" b="-100000"/>
          </a:gradFill>
          <a:effectLst>
            <a:glow>
              <a:schemeClr val="tx1"/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48E52E2E-0808-4B47-8A5E-0E62C1E48605}"/>
              </a:ext>
            </a:extLst>
          </p:cNvPr>
          <p:cNvSpPr/>
          <p:nvPr/>
        </p:nvSpPr>
        <p:spPr>
          <a:xfrm>
            <a:off x="2617295" y="1088900"/>
            <a:ext cx="4686195" cy="1955135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effectLst>
            <a:glow>
              <a:schemeClr val="tx1"/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65E0283E-E1F9-4523-BB59-168E87875336}"/>
              </a:ext>
            </a:extLst>
          </p:cNvPr>
          <p:cNvSpPr/>
          <p:nvPr/>
        </p:nvSpPr>
        <p:spPr>
          <a:xfrm>
            <a:off x="7388436" y="79957"/>
            <a:ext cx="4718619" cy="2333043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effectLst>
            <a:glow>
              <a:schemeClr val="tx1"/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D291347E-489A-4207-AC35-E4795381D0AE}"/>
              </a:ext>
            </a:extLst>
          </p:cNvPr>
          <p:cNvSpPr/>
          <p:nvPr/>
        </p:nvSpPr>
        <p:spPr>
          <a:xfrm>
            <a:off x="7388436" y="2492957"/>
            <a:ext cx="4711197" cy="2410329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effectLst>
            <a:glow>
              <a:schemeClr val="tx1"/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05CCAFCA-F185-4CBA-91AA-E074836B6040}"/>
              </a:ext>
            </a:extLst>
          </p:cNvPr>
          <p:cNvSpPr/>
          <p:nvPr/>
        </p:nvSpPr>
        <p:spPr>
          <a:xfrm>
            <a:off x="2617295" y="3123992"/>
            <a:ext cx="4686196" cy="1735876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effectLst>
            <a:glow>
              <a:schemeClr val="tx1"/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16185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EEDEA"/>
            </a:gs>
            <a:gs pos="100000">
              <a:schemeClr val="bg1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45622459-6DA7-421B-95B8-2E547302563B}"/>
              </a:ext>
            </a:extLst>
          </p:cNvPr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EEDEA"/>
              </a:gs>
              <a:gs pos="50000">
                <a:srgbClr val="DEEDEA">
                  <a:shade val="67500"/>
                  <a:satMod val="115000"/>
                </a:srgbClr>
              </a:gs>
              <a:gs pos="100000">
                <a:srgbClr val="DEEDEA">
                  <a:shade val="100000"/>
                  <a:satMod val="115000"/>
                </a:srgbClr>
              </a:gs>
            </a:gsLst>
            <a:lin ang="5400000" scaled="1"/>
          </a:gradFill>
          <a:ln>
            <a:noFill/>
          </a:ln>
          <a:effectLst>
            <a:glow>
              <a:schemeClr val="bg1">
                <a:lumMod val="95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0"/>
          </a:effectLst>
          <a:scene3d>
            <a:camera prst="orthographicFront"/>
            <a:lightRig rig="threePt" dir="t">
              <a:rot lat="0" lon="0" rev="0"/>
            </a:lightRig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s-CO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F9B2D4D-1EF8-4023-AB76-A458E45D0C98}"/>
              </a:ext>
            </a:extLst>
          </p:cNvPr>
          <p:cNvSpPr/>
          <p:nvPr/>
        </p:nvSpPr>
        <p:spPr>
          <a:xfrm>
            <a:off x="92367" y="96981"/>
            <a:ext cx="2411838" cy="4691301"/>
          </a:xfrm>
          <a:prstGeom prst="rect">
            <a:avLst/>
          </a:prstGeom>
          <a:gradFill flip="none" rotWithShape="1">
            <a:gsLst>
              <a:gs pos="0">
                <a:srgbClr val="05A688"/>
              </a:gs>
              <a:gs pos="100000">
                <a:srgbClr val="55D98E"/>
              </a:gs>
            </a:gsLst>
            <a:path path="circle">
              <a:fillToRect l="100000" t="100000"/>
            </a:path>
            <a:tileRect r="-100000" b="-100000"/>
          </a:gradFill>
          <a:effectLst>
            <a:glow>
              <a:schemeClr val="tx1"/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499FF4C-0AC4-47CD-A58B-26FBE167A464}"/>
              </a:ext>
            </a:extLst>
          </p:cNvPr>
          <p:cNvSpPr/>
          <p:nvPr/>
        </p:nvSpPr>
        <p:spPr>
          <a:xfrm>
            <a:off x="92367" y="4885267"/>
            <a:ext cx="12032002" cy="1875751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effectLst>
            <a:glow>
              <a:schemeClr val="tx1"/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7F533898-2D44-4C42-8E08-353357608E81}"/>
              </a:ext>
            </a:extLst>
          </p:cNvPr>
          <p:cNvSpPr/>
          <p:nvPr/>
        </p:nvSpPr>
        <p:spPr>
          <a:xfrm>
            <a:off x="2599510" y="96982"/>
            <a:ext cx="2344795" cy="839355"/>
          </a:xfrm>
          <a:prstGeom prst="roundRect">
            <a:avLst/>
          </a:prstGeom>
          <a:gradFill>
            <a:gsLst>
              <a:gs pos="0">
                <a:srgbClr val="05A688"/>
              </a:gs>
              <a:gs pos="100000">
                <a:srgbClr val="55D98E"/>
              </a:gs>
            </a:gsLst>
            <a:path path="circle">
              <a:fillToRect l="100000" t="100000"/>
            </a:path>
          </a:gradFill>
          <a:effectLst>
            <a:glow>
              <a:schemeClr val="tx1"/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4281144F-206B-4793-8BE9-08A7A32748B3}"/>
              </a:ext>
            </a:extLst>
          </p:cNvPr>
          <p:cNvSpPr/>
          <p:nvPr/>
        </p:nvSpPr>
        <p:spPr>
          <a:xfrm>
            <a:off x="5029252" y="96981"/>
            <a:ext cx="2271984" cy="839355"/>
          </a:xfrm>
          <a:prstGeom prst="roundRect">
            <a:avLst/>
          </a:prstGeom>
          <a:gradFill flip="none" rotWithShape="1">
            <a:gsLst>
              <a:gs pos="0">
                <a:srgbClr val="05A688"/>
              </a:gs>
              <a:gs pos="100000">
                <a:srgbClr val="55D98E"/>
              </a:gs>
            </a:gsLst>
            <a:path path="circle">
              <a:fillToRect l="100000" t="100000"/>
            </a:path>
            <a:tileRect r="-100000" b="-100000"/>
          </a:gradFill>
          <a:effectLst>
            <a:glow>
              <a:schemeClr val="tx1"/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48E52E2E-0808-4B47-8A5E-0E62C1E48605}"/>
              </a:ext>
            </a:extLst>
          </p:cNvPr>
          <p:cNvSpPr/>
          <p:nvPr/>
        </p:nvSpPr>
        <p:spPr>
          <a:xfrm>
            <a:off x="2617295" y="1045164"/>
            <a:ext cx="4720873" cy="1770384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effectLst>
            <a:glow>
              <a:schemeClr val="tx1"/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65E0283E-E1F9-4523-BB59-168E87875336}"/>
              </a:ext>
            </a:extLst>
          </p:cNvPr>
          <p:cNvSpPr/>
          <p:nvPr/>
        </p:nvSpPr>
        <p:spPr>
          <a:xfrm>
            <a:off x="7386182" y="96983"/>
            <a:ext cx="4720873" cy="2185846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effectLst>
            <a:glow>
              <a:schemeClr val="tx1"/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D291347E-489A-4207-AC35-E4795381D0AE}"/>
              </a:ext>
            </a:extLst>
          </p:cNvPr>
          <p:cNvSpPr/>
          <p:nvPr/>
        </p:nvSpPr>
        <p:spPr>
          <a:xfrm>
            <a:off x="7397343" y="2348783"/>
            <a:ext cx="4711197" cy="24395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effectLst>
            <a:glow>
              <a:schemeClr val="tx1"/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9653F00-8BA2-48DB-99BD-F649B9C01B74}"/>
              </a:ext>
            </a:extLst>
          </p:cNvPr>
          <p:cNvSpPr/>
          <p:nvPr/>
        </p:nvSpPr>
        <p:spPr>
          <a:xfrm>
            <a:off x="2617296" y="2912532"/>
            <a:ext cx="4720871" cy="1875751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effectLst>
            <a:glow>
              <a:schemeClr val="tx1"/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24954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21529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978</TotalTime>
  <Words>0</Words>
  <Application>Microsoft Office PowerPoint</Application>
  <PresentationFormat>Panorámica</PresentationFormat>
  <Paragraphs>0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Jose Luis Mena</dc:creator>
  <cp:lastModifiedBy>Jose Luis Mena</cp:lastModifiedBy>
  <cp:revision>20</cp:revision>
  <dcterms:created xsi:type="dcterms:W3CDTF">2026-05-01T01:05:34Z</dcterms:created>
  <dcterms:modified xsi:type="dcterms:W3CDTF">2026-05-02T04:46:14Z</dcterms:modified>
</cp:coreProperties>
</file>